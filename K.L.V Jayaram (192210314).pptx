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Lst>
  <p:sldSz cx="16459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F5CD"/>
    <a:srgbClr val="FCDCBF"/>
    <a:srgbClr val="BFE7FF"/>
    <a:srgbClr val="FFCFE7"/>
    <a:srgbClr val="FED67F"/>
    <a:srgbClr val="5F5F5F"/>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125" d="100"/>
          <a:sy n="125" d="100"/>
        </p:scale>
        <p:origin x="-5884" y="-124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4441" y="5387365"/>
            <a:ext cx="13990320" cy="11460480"/>
          </a:xfrm>
        </p:spPr>
        <p:txBody>
          <a:bodyPr anchor="b"/>
          <a:lstStyle>
            <a:lvl1pPr algn="ctr">
              <a:defRPr sz="10810"/>
            </a:lvl1pPr>
          </a:lstStyle>
          <a:p>
            <a:r>
              <a:rPr lang="en-US"/>
              <a:t>Click to edit Master title style</a:t>
            </a:r>
            <a:endParaRPr lang="en-US" dirty="0"/>
          </a:p>
        </p:txBody>
      </p:sp>
      <p:sp>
        <p:nvSpPr>
          <p:cNvPr id="3" name="Subtitle 2"/>
          <p:cNvSpPr>
            <a:spLocks noGrp="1"/>
          </p:cNvSpPr>
          <p:nvPr>
            <p:ph type="subTitle" idx="1"/>
          </p:nvPr>
        </p:nvSpPr>
        <p:spPr>
          <a:xfrm>
            <a:off x="2057400" y="17289780"/>
            <a:ext cx="12344400" cy="7947659"/>
          </a:xfrm>
        </p:spPr>
        <p:txBody>
          <a:bodyPr/>
          <a:lstStyle>
            <a:lvl1pPr marL="0" indent="0" algn="ctr">
              <a:buNone/>
              <a:defRPr sz="4323"/>
            </a:lvl1pPr>
            <a:lvl2pPr marL="823285" indent="0" algn="ctr">
              <a:buNone/>
              <a:defRPr sz="3602"/>
            </a:lvl2pPr>
            <a:lvl3pPr marL="1646571" indent="0" algn="ctr">
              <a:buNone/>
              <a:defRPr sz="3241"/>
            </a:lvl3pPr>
            <a:lvl4pPr marL="2469856" indent="0" algn="ctr">
              <a:buNone/>
              <a:defRPr sz="2880"/>
            </a:lvl4pPr>
            <a:lvl5pPr marL="3293142" indent="0" algn="ctr">
              <a:buNone/>
              <a:defRPr sz="2880"/>
            </a:lvl5pPr>
            <a:lvl6pPr marL="4116427" indent="0" algn="ctr">
              <a:buNone/>
              <a:defRPr sz="2880"/>
            </a:lvl6pPr>
            <a:lvl7pPr marL="4939713" indent="0" algn="ctr">
              <a:buNone/>
              <a:defRPr sz="2880"/>
            </a:lvl7pPr>
            <a:lvl8pPr marL="5762993" indent="0" algn="ctr">
              <a:buNone/>
              <a:defRPr sz="2880"/>
            </a:lvl8pPr>
            <a:lvl9pPr marL="6586284" indent="0" algn="ctr">
              <a:buNone/>
              <a:defRPr sz="28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668891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121152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2998" y="8206752"/>
            <a:ext cx="14196060" cy="13693136"/>
          </a:xfrm>
        </p:spPr>
        <p:txBody>
          <a:bodyPr anchor="b"/>
          <a:lstStyle>
            <a:lvl1pPr>
              <a:defRPr sz="10810"/>
            </a:lvl1pPr>
          </a:lstStyle>
          <a:p>
            <a:r>
              <a:rPr lang="en-US"/>
              <a:t>Click to edit Master title style</a:t>
            </a:r>
            <a:endParaRPr lang="en-US" dirty="0"/>
          </a:p>
        </p:txBody>
      </p:sp>
      <p:sp>
        <p:nvSpPr>
          <p:cNvPr id="3" name="Text Placeholder 2"/>
          <p:cNvSpPr>
            <a:spLocks noGrp="1"/>
          </p:cNvSpPr>
          <p:nvPr>
            <p:ph type="body" idx="1"/>
          </p:nvPr>
        </p:nvSpPr>
        <p:spPr>
          <a:xfrm>
            <a:off x="1122998" y="22029429"/>
            <a:ext cx="14196060" cy="7200899"/>
          </a:xfrm>
        </p:spPr>
        <p:txBody>
          <a:bodyPr/>
          <a:lstStyle>
            <a:lvl1pPr marL="0" indent="0">
              <a:buNone/>
              <a:defRPr sz="4323">
                <a:solidFill>
                  <a:schemeClr val="tx1"/>
                </a:solidFill>
              </a:defRPr>
            </a:lvl1pPr>
            <a:lvl2pPr marL="823285" indent="0">
              <a:buNone/>
              <a:defRPr sz="3602">
                <a:solidFill>
                  <a:schemeClr val="tx1">
                    <a:tint val="75000"/>
                  </a:schemeClr>
                </a:solidFill>
              </a:defRPr>
            </a:lvl2pPr>
            <a:lvl3pPr marL="1646571" indent="0">
              <a:buNone/>
              <a:defRPr sz="3241">
                <a:solidFill>
                  <a:schemeClr val="tx1">
                    <a:tint val="75000"/>
                  </a:schemeClr>
                </a:solidFill>
              </a:defRPr>
            </a:lvl3pPr>
            <a:lvl4pPr marL="2469856" indent="0">
              <a:buNone/>
              <a:defRPr sz="2880">
                <a:solidFill>
                  <a:schemeClr val="tx1">
                    <a:tint val="75000"/>
                  </a:schemeClr>
                </a:solidFill>
              </a:defRPr>
            </a:lvl4pPr>
            <a:lvl5pPr marL="3293142" indent="0">
              <a:buNone/>
              <a:defRPr sz="2880">
                <a:solidFill>
                  <a:schemeClr val="tx1">
                    <a:tint val="75000"/>
                  </a:schemeClr>
                </a:solidFill>
              </a:defRPr>
            </a:lvl5pPr>
            <a:lvl6pPr marL="4116427" indent="0">
              <a:buNone/>
              <a:defRPr sz="2880">
                <a:solidFill>
                  <a:schemeClr val="tx1">
                    <a:tint val="75000"/>
                  </a:schemeClr>
                </a:solidFill>
              </a:defRPr>
            </a:lvl6pPr>
            <a:lvl7pPr marL="4939713" indent="0">
              <a:buNone/>
              <a:defRPr sz="2880">
                <a:solidFill>
                  <a:schemeClr val="tx1">
                    <a:tint val="75000"/>
                  </a:schemeClr>
                </a:solidFill>
              </a:defRPr>
            </a:lvl7pPr>
            <a:lvl8pPr marL="5762993" indent="0">
              <a:buNone/>
              <a:defRPr sz="2880">
                <a:solidFill>
                  <a:schemeClr val="tx1">
                    <a:tint val="75000"/>
                  </a:schemeClr>
                </a:solidFill>
              </a:defRPr>
            </a:lvl8pPr>
            <a:lvl9pPr marL="6586284" indent="0">
              <a:buNone/>
              <a:defRPr sz="28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374664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31570" y="8763025"/>
            <a:ext cx="6995160" cy="208864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332470" y="8763025"/>
            <a:ext cx="6995160" cy="208864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22-05-2026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966996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33714" y="1752608"/>
            <a:ext cx="14196060" cy="636270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33716" y="8069588"/>
            <a:ext cx="6963012" cy="3954780"/>
          </a:xfrm>
        </p:spPr>
        <p:txBody>
          <a:bodyPr anchor="b"/>
          <a:lstStyle>
            <a:lvl1pPr marL="0" indent="0">
              <a:buNone/>
              <a:defRPr sz="4323" b="1"/>
            </a:lvl1pPr>
            <a:lvl2pPr marL="823285" indent="0">
              <a:buNone/>
              <a:defRPr sz="3602" b="1"/>
            </a:lvl2pPr>
            <a:lvl3pPr marL="1646571" indent="0">
              <a:buNone/>
              <a:defRPr sz="3241" b="1"/>
            </a:lvl3pPr>
            <a:lvl4pPr marL="2469856" indent="0">
              <a:buNone/>
              <a:defRPr sz="2880" b="1"/>
            </a:lvl4pPr>
            <a:lvl5pPr marL="3293142" indent="0">
              <a:buNone/>
              <a:defRPr sz="2880" b="1"/>
            </a:lvl5pPr>
            <a:lvl6pPr marL="4116427" indent="0">
              <a:buNone/>
              <a:defRPr sz="2880" b="1"/>
            </a:lvl6pPr>
            <a:lvl7pPr marL="4939713" indent="0">
              <a:buNone/>
              <a:defRPr sz="2880" b="1"/>
            </a:lvl7pPr>
            <a:lvl8pPr marL="5762993" indent="0">
              <a:buNone/>
              <a:defRPr sz="2880" b="1"/>
            </a:lvl8pPr>
            <a:lvl9pPr marL="6586284" indent="0">
              <a:buNone/>
              <a:defRPr sz="2880" b="1"/>
            </a:lvl9pPr>
          </a:lstStyle>
          <a:p>
            <a:pPr lvl="0"/>
            <a:r>
              <a:rPr lang="en-US"/>
              <a:t>Click to edit Master text styles</a:t>
            </a:r>
          </a:p>
        </p:txBody>
      </p:sp>
      <p:sp>
        <p:nvSpPr>
          <p:cNvPr id="4" name="Content Placeholder 3"/>
          <p:cNvSpPr>
            <a:spLocks noGrp="1"/>
          </p:cNvSpPr>
          <p:nvPr>
            <p:ph sz="half" idx="2"/>
          </p:nvPr>
        </p:nvSpPr>
        <p:spPr>
          <a:xfrm>
            <a:off x="1133716" y="12024360"/>
            <a:ext cx="6963012" cy="176860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332471" y="8069588"/>
            <a:ext cx="6997304" cy="3954780"/>
          </a:xfrm>
        </p:spPr>
        <p:txBody>
          <a:bodyPr anchor="b"/>
          <a:lstStyle>
            <a:lvl1pPr marL="0" indent="0">
              <a:buNone/>
              <a:defRPr sz="4323" b="1"/>
            </a:lvl1pPr>
            <a:lvl2pPr marL="823285" indent="0">
              <a:buNone/>
              <a:defRPr sz="3602" b="1"/>
            </a:lvl2pPr>
            <a:lvl3pPr marL="1646571" indent="0">
              <a:buNone/>
              <a:defRPr sz="3241" b="1"/>
            </a:lvl3pPr>
            <a:lvl4pPr marL="2469856" indent="0">
              <a:buNone/>
              <a:defRPr sz="2880" b="1"/>
            </a:lvl4pPr>
            <a:lvl5pPr marL="3293142" indent="0">
              <a:buNone/>
              <a:defRPr sz="2880" b="1"/>
            </a:lvl5pPr>
            <a:lvl6pPr marL="4116427" indent="0">
              <a:buNone/>
              <a:defRPr sz="2880" b="1"/>
            </a:lvl6pPr>
            <a:lvl7pPr marL="4939713" indent="0">
              <a:buNone/>
              <a:defRPr sz="2880" b="1"/>
            </a:lvl7pPr>
            <a:lvl8pPr marL="5762993" indent="0">
              <a:buNone/>
              <a:defRPr sz="2880" b="1"/>
            </a:lvl8pPr>
            <a:lvl9pPr marL="6586284" indent="0">
              <a:buNone/>
              <a:defRPr sz="2880" b="1"/>
            </a:lvl9pPr>
          </a:lstStyle>
          <a:p>
            <a:pPr lvl="0"/>
            <a:r>
              <a:rPr lang="en-US"/>
              <a:t>Click to edit Master text styles</a:t>
            </a:r>
          </a:p>
        </p:txBody>
      </p:sp>
      <p:sp>
        <p:nvSpPr>
          <p:cNvPr id="6" name="Content Placeholder 5"/>
          <p:cNvSpPr>
            <a:spLocks noGrp="1"/>
          </p:cNvSpPr>
          <p:nvPr>
            <p:ph sz="quarter" idx="4"/>
          </p:nvPr>
        </p:nvSpPr>
        <p:spPr>
          <a:xfrm>
            <a:off x="8332471" y="12024360"/>
            <a:ext cx="6997304" cy="176860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22-05-2026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922208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22-05-2026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917478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22-05-2026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748770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3714" y="2194584"/>
            <a:ext cx="5308520" cy="7680961"/>
          </a:xfrm>
        </p:spPr>
        <p:txBody>
          <a:bodyPr anchor="b"/>
          <a:lstStyle>
            <a:lvl1pPr>
              <a:defRPr sz="5761"/>
            </a:lvl1pPr>
          </a:lstStyle>
          <a:p>
            <a:r>
              <a:rPr lang="en-US"/>
              <a:t>Click to edit Master title style</a:t>
            </a:r>
            <a:endParaRPr lang="en-US" dirty="0"/>
          </a:p>
        </p:txBody>
      </p:sp>
      <p:sp>
        <p:nvSpPr>
          <p:cNvPr id="3" name="Content Placeholder 2"/>
          <p:cNvSpPr>
            <a:spLocks noGrp="1"/>
          </p:cNvSpPr>
          <p:nvPr>
            <p:ph idx="1"/>
          </p:nvPr>
        </p:nvSpPr>
        <p:spPr>
          <a:xfrm>
            <a:off x="6997304" y="4739649"/>
            <a:ext cx="8332470" cy="23393398"/>
          </a:xfrm>
        </p:spPr>
        <p:txBody>
          <a:bodyPr/>
          <a:lstStyle>
            <a:lvl1pPr>
              <a:defRPr sz="5761"/>
            </a:lvl1pPr>
            <a:lvl2pPr>
              <a:defRPr sz="5039"/>
            </a:lvl2pPr>
            <a:lvl3pPr>
              <a:defRPr sz="4323"/>
            </a:lvl3pPr>
            <a:lvl4pPr>
              <a:defRPr sz="3602"/>
            </a:lvl4pPr>
            <a:lvl5pPr>
              <a:defRPr sz="3602"/>
            </a:lvl5pPr>
            <a:lvl6pPr>
              <a:defRPr sz="3602"/>
            </a:lvl6pPr>
            <a:lvl7pPr>
              <a:defRPr sz="3602"/>
            </a:lvl7pPr>
            <a:lvl8pPr>
              <a:defRPr sz="3602"/>
            </a:lvl8pPr>
            <a:lvl9pPr>
              <a:defRPr sz="360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33714" y="9875517"/>
            <a:ext cx="5308520" cy="18295624"/>
          </a:xfrm>
        </p:spPr>
        <p:txBody>
          <a:bodyPr/>
          <a:lstStyle>
            <a:lvl1pPr marL="0" indent="0">
              <a:buNone/>
              <a:defRPr sz="2880"/>
            </a:lvl1pPr>
            <a:lvl2pPr marL="823285" indent="0">
              <a:buNone/>
              <a:defRPr sz="2520"/>
            </a:lvl2pPr>
            <a:lvl3pPr marL="1646571" indent="0">
              <a:buNone/>
              <a:defRPr sz="2159"/>
            </a:lvl3pPr>
            <a:lvl4pPr marL="2469856" indent="0">
              <a:buNone/>
              <a:defRPr sz="1798"/>
            </a:lvl4pPr>
            <a:lvl5pPr marL="3293142" indent="0">
              <a:buNone/>
              <a:defRPr sz="1798"/>
            </a:lvl5pPr>
            <a:lvl6pPr marL="4116427" indent="0">
              <a:buNone/>
              <a:defRPr sz="1798"/>
            </a:lvl6pPr>
            <a:lvl7pPr marL="4939713" indent="0">
              <a:buNone/>
              <a:defRPr sz="1798"/>
            </a:lvl7pPr>
            <a:lvl8pPr marL="5762993" indent="0">
              <a:buNone/>
              <a:defRPr sz="1798"/>
            </a:lvl8pPr>
            <a:lvl9pPr marL="6586284" indent="0">
              <a:buNone/>
              <a:defRPr sz="1798"/>
            </a:lvl9pPr>
          </a:lstStyle>
          <a:p>
            <a:pPr lvl="0"/>
            <a:r>
              <a:rPr lang="en-US"/>
              <a:t>Click to 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22-05-2026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199882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3714" y="2194584"/>
            <a:ext cx="5308520" cy="7680961"/>
          </a:xfrm>
        </p:spPr>
        <p:txBody>
          <a:bodyPr anchor="b"/>
          <a:lstStyle>
            <a:lvl1pPr>
              <a:defRPr sz="5761"/>
            </a:lvl1pPr>
          </a:lstStyle>
          <a:p>
            <a:r>
              <a:rPr lang="en-US"/>
              <a:t>Click to edit Master title style</a:t>
            </a:r>
            <a:endParaRPr lang="en-US" dirty="0"/>
          </a:p>
        </p:txBody>
      </p:sp>
      <p:sp>
        <p:nvSpPr>
          <p:cNvPr id="3" name="Picture Placeholder 2"/>
          <p:cNvSpPr>
            <a:spLocks noGrp="1" noChangeAspect="1"/>
          </p:cNvSpPr>
          <p:nvPr>
            <p:ph type="pic" idx="1"/>
          </p:nvPr>
        </p:nvSpPr>
        <p:spPr>
          <a:xfrm>
            <a:off x="6997304" y="4739649"/>
            <a:ext cx="8332470" cy="23393398"/>
          </a:xfrm>
        </p:spPr>
        <p:txBody>
          <a:bodyPr anchor="t"/>
          <a:lstStyle>
            <a:lvl1pPr marL="0" indent="0">
              <a:buNone/>
              <a:defRPr sz="5761"/>
            </a:lvl1pPr>
            <a:lvl2pPr marL="823285" indent="0">
              <a:buNone/>
              <a:defRPr sz="5039"/>
            </a:lvl2pPr>
            <a:lvl3pPr marL="1646571" indent="0">
              <a:buNone/>
              <a:defRPr sz="4323"/>
            </a:lvl3pPr>
            <a:lvl4pPr marL="2469856" indent="0">
              <a:buNone/>
              <a:defRPr sz="3602"/>
            </a:lvl4pPr>
            <a:lvl5pPr marL="3293142" indent="0">
              <a:buNone/>
              <a:defRPr sz="3602"/>
            </a:lvl5pPr>
            <a:lvl6pPr marL="4116427" indent="0">
              <a:buNone/>
              <a:defRPr sz="3602"/>
            </a:lvl6pPr>
            <a:lvl7pPr marL="4939713" indent="0">
              <a:buNone/>
              <a:defRPr sz="3602"/>
            </a:lvl7pPr>
            <a:lvl8pPr marL="5762993" indent="0">
              <a:buNone/>
              <a:defRPr sz="3602"/>
            </a:lvl8pPr>
            <a:lvl9pPr marL="6586284" indent="0">
              <a:buNone/>
              <a:defRPr sz="3602"/>
            </a:lvl9pPr>
          </a:lstStyle>
          <a:p>
            <a:r>
              <a:rPr lang="en-US"/>
              <a:t>Click icon to add picture</a:t>
            </a:r>
            <a:endParaRPr lang="en-US" dirty="0"/>
          </a:p>
        </p:txBody>
      </p:sp>
      <p:sp>
        <p:nvSpPr>
          <p:cNvPr id="4" name="Text Placeholder 3"/>
          <p:cNvSpPr>
            <a:spLocks noGrp="1"/>
          </p:cNvSpPr>
          <p:nvPr>
            <p:ph type="body" sz="half" idx="2"/>
          </p:nvPr>
        </p:nvSpPr>
        <p:spPr>
          <a:xfrm>
            <a:off x="1133714" y="9875517"/>
            <a:ext cx="5308520" cy="18295624"/>
          </a:xfrm>
        </p:spPr>
        <p:txBody>
          <a:bodyPr/>
          <a:lstStyle>
            <a:lvl1pPr marL="0" indent="0">
              <a:buNone/>
              <a:defRPr sz="2880"/>
            </a:lvl1pPr>
            <a:lvl2pPr marL="823285" indent="0">
              <a:buNone/>
              <a:defRPr sz="2520"/>
            </a:lvl2pPr>
            <a:lvl3pPr marL="1646571" indent="0">
              <a:buNone/>
              <a:defRPr sz="2159"/>
            </a:lvl3pPr>
            <a:lvl4pPr marL="2469856" indent="0">
              <a:buNone/>
              <a:defRPr sz="1798"/>
            </a:lvl4pPr>
            <a:lvl5pPr marL="3293142" indent="0">
              <a:buNone/>
              <a:defRPr sz="1798"/>
            </a:lvl5pPr>
            <a:lvl6pPr marL="4116427" indent="0">
              <a:buNone/>
              <a:defRPr sz="1798"/>
            </a:lvl6pPr>
            <a:lvl7pPr marL="4939713" indent="0">
              <a:buNone/>
              <a:defRPr sz="1798"/>
            </a:lvl7pPr>
            <a:lvl8pPr marL="5762993" indent="0">
              <a:buNone/>
              <a:defRPr sz="1798"/>
            </a:lvl8pPr>
            <a:lvl9pPr marL="6586284" indent="0">
              <a:buNone/>
              <a:defRPr sz="1798"/>
            </a:lvl9pPr>
          </a:lstStyle>
          <a:p>
            <a:pPr lvl="0"/>
            <a:r>
              <a:rPr lang="en-US"/>
              <a:t>Click to 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22-05-2026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92985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764979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78616" y="1752621"/>
            <a:ext cx="3549015" cy="2789682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31576" y="1752621"/>
            <a:ext cx="10441305" cy="278968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380149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31570" y="1752608"/>
            <a:ext cx="14196060" cy="63627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31570" y="8763025"/>
            <a:ext cx="14196060" cy="208864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31570" y="30510502"/>
            <a:ext cx="3703320" cy="1752598"/>
          </a:xfrm>
          <a:prstGeom prst="rect">
            <a:avLst/>
          </a:prstGeom>
        </p:spPr>
        <p:txBody>
          <a:bodyPr vert="horz" lIns="91440" tIns="45720" rIns="91440" bIns="45720" rtlCol="0" anchor="ctr"/>
          <a:lstStyle>
            <a:lvl1pPr algn="l">
              <a:defRPr sz="2159">
                <a:solidFill>
                  <a:schemeClr val="tx1">
                    <a:tint val="75000"/>
                  </a:schemeClr>
                </a:solidFill>
              </a:defRPr>
            </a:lvl1pPr>
          </a:lstStyle>
          <a:p>
            <a:fld id="{3E22DA87-17A3-43A0-B86E-2FCFB6EFBC32}" type="datetimeFigureOut">
              <a:rPr lang="en-IN" smtClean="0"/>
              <a:t>22-05-2026</a:t>
            </a:fld>
            <a:endParaRPr lang="en-IN"/>
          </a:p>
        </p:txBody>
      </p:sp>
      <p:sp>
        <p:nvSpPr>
          <p:cNvPr id="5" name="Footer Placeholder 4"/>
          <p:cNvSpPr>
            <a:spLocks noGrp="1"/>
          </p:cNvSpPr>
          <p:nvPr>
            <p:ph type="ftr" sz="quarter" idx="3"/>
          </p:nvPr>
        </p:nvSpPr>
        <p:spPr>
          <a:xfrm>
            <a:off x="5452110" y="30510502"/>
            <a:ext cx="5554980" cy="1752598"/>
          </a:xfrm>
          <a:prstGeom prst="rect">
            <a:avLst/>
          </a:prstGeom>
        </p:spPr>
        <p:txBody>
          <a:bodyPr vert="horz" lIns="91440" tIns="45720" rIns="91440" bIns="45720" rtlCol="0" anchor="ctr"/>
          <a:lstStyle>
            <a:lvl1pPr algn="ctr">
              <a:defRPr sz="2159">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1624310" y="30510502"/>
            <a:ext cx="3703320" cy="1752598"/>
          </a:xfrm>
          <a:prstGeom prst="rect">
            <a:avLst/>
          </a:prstGeom>
        </p:spPr>
        <p:txBody>
          <a:bodyPr vert="horz" lIns="91440" tIns="45720" rIns="91440" bIns="45720" rtlCol="0" anchor="ctr"/>
          <a:lstStyle>
            <a:lvl1pPr algn="r">
              <a:defRPr sz="2159">
                <a:solidFill>
                  <a:schemeClr val="tx1">
                    <a:tint val="75000"/>
                  </a:schemeClr>
                </a:solidFill>
              </a:defRPr>
            </a:lvl1pPr>
          </a:lstStyle>
          <a:p>
            <a:fld id="{4F033070-D223-4E7B-BBE1-DD4C7F7A138D}" type="slidenum">
              <a:rPr lang="en-IN" smtClean="0"/>
              <a:t>‹#›</a:t>
            </a:fld>
            <a:endParaRPr lang="en-IN"/>
          </a:p>
        </p:txBody>
      </p:sp>
    </p:spTree>
    <p:extLst>
      <p:ext uri="{BB962C8B-B14F-4D97-AF65-F5344CB8AC3E}">
        <p14:creationId xmlns:p14="http://schemas.microsoft.com/office/powerpoint/2010/main" val="35967978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646571" rtl="0" eaLnBrk="1" latinLnBrk="0" hangingPunct="1">
        <a:lnSpc>
          <a:spcPct val="90000"/>
        </a:lnSpc>
        <a:spcBef>
          <a:spcPct val="0"/>
        </a:spcBef>
        <a:buNone/>
        <a:defRPr sz="7920" kern="1200">
          <a:solidFill>
            <a:schemeClr val="tx1"/>
          </a:solidFill>
          <a:latin typeface="+mj-lt"/>
          <a:ea typeface="+mj-ea"/>
          <a:cs typeface="+mj-cs"/>
        </a:defRPr>
      </a:lvl1pPr>
    </p:titleStyle>
    <p:bodyStyle>
      <a:lvl1pPr marL="411645" indent="-411645" algn="l" defTabSz="1646571" rtl="0" eaLnBrk="1" latinLnBrk="0" hangingPunct="1">
        <a:lnSpc>
          <a:spcPct val="90000"/>
        </a:lnSpc>
        <a:spcBef>
          <a:spcPts val="1798"/>
        </a:spcBef>
        <a:buFont typeface="Arial" panose="020B0604020202020204" pitchFamily="34" charset="0"/>
        <a:buChar char="•"/>
        <a:defRPr sz="5039" kern="1200">
          <a:solidFill>
            <a:schemeClr val="tx1"/>
          </a:solidFill>
          <a:latin typeface="+mn-lt"/>
          <a:ea typeface="+mn-ea"/>
          <a:cs typeface="+mn-cs"/>
        </a:defRPr>
      </a:lvl1pPr>
      <a:lvl2pPr marL="1234930" indent="-411645" algn="l" defTabSz="1646571" rtl="0" eaLnBrk="1" latinLnBrk="0" hangingPunct="1">
        <a:lnSpc>
          <a:spcPct val="90000"/>
        </a:lnSpc>
        <a:spcBef>
          <a:spcPts val="899"/>
        </a:spcBef>
        <a:buFont typeface="Arial" panose="020B0604020202020204" pitchFamily="34" charset="0"/>
        <a:buChar char="•"/>
        <a:defRPr sz="4323" kern="1200">
          <a:solidFill>
            <a:schemeClr val="tx1"/>
          </a:solidFill>
          <a:latin typeface="+mn-lt"/>
          <a:ea typeface="+mn-ea"/>
          <a:cs typeface="+mn-cs"/>
        </a:defRPr>
      </a:lvl2pPr>
      <a:lvl3pPr marL="2058212" indent="-411645" algn="l" defTabSz="1646571" rtl="0" eaLnBrk="1" latinLnBrk="0" hangingPunct="1">
        <a:lnSpc>
          <a:spcPct val="90000"/>
        </a:lnSpc>
        <a:spcBef>
          <a:spcPts val="899"/>
        </a:spcBef>
        <a:buFont typeface="Arial" panose="020B0604020202020204" pitchFamily="34" charset="0"/>
        <a:buChar char="•"/>
        <a:defRPr sz="3602" kern="1200">
          <a:solidFill>
            <a:schemeClr val="tx1"/>
          </a:solidFill>
          <a:latin typeface="+mn-lt"/>
          <a:ea typeface="+mn-ea"/>
          <a:cs typeface="+mn-cs"/>
        </a:defRPr>
      </a:lvl3pPr>
      <a:lvl4pPr marL="2881502"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4pPr>
      <a:lvl5pPr marL="3704783"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5pPr>
      <a:lvl6pPr marL="4528073"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6pPr>
      <a:lvl7pPr marL="5351359"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7pPr>
      <a:lvl8pPr marL="6174639"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8pPr>
      <a:lvl9pPr marL="6997930"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9pPr>
    </p:bodyStyle>
    <p:otherStyle>
      <a:defPPr>
        <a:defRPr lang="en-US"/>
      </a:defPPr>
      <a:lvl1pPr marL="0" algn="l" defTabSz="1646571" rtl="0" eaLnBrk="1" latinLnBrk="0" hangingPunct="1">
        <a:defRPr sz="3241" kern="1200">
          <a:solidFill>
            <a:schemeClr val="tx1"/>
          </a:solidFill>
          <a:latin typeface="+mn-lt"/>
          <a:ea typeface="+mn-ea"/>
          <a:cs typeface="+mn-cs"/>
        </a:defRPr>
      </a:lvl1pPr>
      <a:lvl2pPr marL="823285" algn="l" defTabSz="1646571" rtl="0" eaLnBrk="1" latinLnBrk="0" hangingPunct="1">
        <a:defRPr sz="3241" kern="1200">
          <a:solidFill>
            <a:schemeClr val="tx1"/>
          </a:solidFill>
          <a:latin typeface="+mn-lt"/>
          <a:ea typeface="+mn-ea"/>
          <a:cs typeface="+mn-cs"/>
        </a:defRPr>
      </a:lvl2pPr>
      <a:lvl3pPr marL="1646571" algn="l" defTabSz="1646571" rtl="0" eaLnBrk="1" latinLnBrk="0" hangingPunct="1">
        <a:defRPr sz="3241" kern="1200">
          <a:solidFill>
            <a:schemeClr val="tx1"/>
          </a:solidFill>
          <a:latin typeface="+mn-lt"/>
          <a:ea typeface="+mn-ea"/>
          <a:cs typeface="+mn-cs"/>
        </a:defRPr>
      </a:lvl3pPr>
      <a:lvl4pPr marL="2469856" algn="l" defTabSz="1646571" rtl="0" eaLnBrk="1" latinLnBrk="0" hangingPunct="1">
        <a:defRPr sz="3241" kern="1200">
          <a:solidFill>
            <a:schemeClr val="tx1"/>
          </a:solidFill>
          <a:latin typeface="+mn-lt"/>
          <a:ea typeface="+mn-ea"/>
          <a:cs typeface="+mn-cs"/>
        </a:defRPr>
      </a:lvl4pPr>
      <a:lvl5pPr marL="3293142" algn="l" defTabSz="1646571" rtl="0" eaLnBrk="1" latinLnBrk="0" hangingPunct="1">
        <a:defRPr sz="3241" kern="1200">
          <a:solidFill>
            <a:schemeClr val="tx1"/>
          </a:solidFill>
          <a:latin typeface="+mn-lt"/>
          <a:ea typeface="+mn-ea"/>
          <a:cs typeface="+mn-cs"/>
        </a:defRPr>
      </a:lvl5pPr>
      <a:lvl6pPr marL="4116427" algn="l" defTabSz="1646571" rtl="0" eaLnBrk="1" latinLnBrk="0" hangingPunct="1">
        <a:defRPr sz="3241" kern="1200">
          <a:solidFill>
            <a:schemeClr val="tx1"/>
          </a:solidFill>
          <a:latin typeface="+mn-lt"/>
          <a:ea typeface="+mn-ea"/>
          <a:cs typeface="+mn-cs"/>
        </a:defRPr>
      </a:lvl6pPr>
      <a:lvl7pPr marL="4939713" algn="l" defTabSz="1646571" rtl="0" eaLnBrk="1" latinLnBrk="0" hangingPunct="1">
        <a:defRPr sz="3241" kern="1200">
          <a:solidFill>
            <a:schemeClr val="tx1"/>
          </a:solidFill>
          <a:latin typeface="+mn-lt"/>
          <a:ea typeface="+mn-ea"/>
          <a:cs typeface="+mn-cs"/>
        </a:defRPr>
      </a:lvl7pPr>
      <a:lvl8pPr marL="5762993" algn="l" defTabSz="1646571" rtl="0" eaLnBrk="1" latinLnBrk="0" hangingPunct="1">
        <a:defRPr sz="3241" kern="1200">
          <a:solidFill>
            <a:schemeClr val="tx1"/>
          </a:solidFill>
          <a:latin typeface="+mn-lt"/>
          <a:ea typeface="+mn-ea"/>
          <a:cs typeface="+mn-cs"/>
        </a:defRPr>
      </a:lvl8pPr>
      <a:lvl9pPr marL="6586284" algn="l" defTabSz="1646571" rtl="0" eaLnBrk="1" latinLnBrk="0" hangingPunct="1">
        <a:defRPr sz="324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AF757CC-C832-3EB9-8642-C2DADE82A7D6}"/>
              </a:ext>
            </a:extLst>
          </p:cNvPr>
          <p:cNvSpPr/>
          <p:nvPr/>
        </p:nvSpPr>
        <p:spPr>
          <a:xfrm>
            <a:off x="-1" y="1"/>
            <a:ext cx="16459202" cy="2692060"/>
          </a:xfrm>
          <a:prstGeom prst="rect">
            <a:avLst/>
          </a:prstGeom>
          <a:solidFill>
            <a:srgbClr val="5F5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8"/>
          </a:p>
        </p:txBody>
      </p:sp>
      <p:sp>
        <p:nvSpPr>
          <p:cNvPr id="4" name="Rectangle 3">
            <a:extLst>
              <a:ext uri="{FF2B5EF4-FFF2-40B4-BE49-F238E27FC236}">
                <a16:creationId xmlns:a16="http://schemas.microsoft.com/office/drawing/2014/main" id="{55F827C5-EB36-36D8-57E4-E142A1A8C67D}"/>
              </a:ext>
            </a:extLst>
          </p:cNvPr>
          <p:cNvSpPr/>
          <p:nvPr/>
        </p:nvSpPr>
        <p:spPr>
          <a:xfrm>
            <a:off x="-5" y="4016522"/>
            <a:ext cx="16459203" cy="6104232"/>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marL="0" marR="0" lvl="0" indent="0" algn="just" defTabSz="914400" rtl="0" eaLnBrk="0" fontAlgn="base" latinLnBrk="0" hangingPunct="0">
              <a:spcBef>
                <a:spcPct val="0"/>
              </a:spcBef>
              <a:spcAft>
                <a:spcPct val="0"/>
              </a:spcAft>
              <a:buClrTx/>
              <a:buSzTx/>
              <a:buFontTx/>
              <a:buChar char="•"/>
              <a:tabLst/>
            </a:pPr>
            <a:endParaRPr lang="en-IN" sz="24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BEE37FD5-5EF1-EDB2-8DF3-A5AA932536BE}"/>
              </a:ext>
            </a:extLst>
          </p:cNvPr>
          <p:cNvSpPr/>
          <p:nvPr/>
        </p:nvSpPr>
        <p:spPr>
          <a:xfrm>
            <a:off x="-2" y="10118010"/>
            <a:ext cx="16459203" cy="5824474"/>
          </a:xfrm>
          <a:prstGeom prst="rect">
            <a:avLst/>
          </a:prstGeom>
          <a:solidFill>
            <a:srgbClr val="BFE7F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3A021296-65E9-56EE-2F9B-01E9D7D98AE3}"/>
              </a:ext>
            </a:extLst>
          </p:cNvPr>
          <p:cNvSpPr/>
          <p:nvPr/>
        </p:nvSpPr>
        <p:spPr>
          <a:xfrm>
            <a:off x="-2" y="15942477"/>
            <a:ext cx="16459203" cy="6237015"/>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7" name="Rectangle 6">
            <a:extLst>
              <a:ext uri="{FF2B5EF4-FFF2-40B4-BE49-F238E27FC236}">
                <a16:creationId xmlns:a16="http://schemas.microsoft.com/office/drawing/2014/main" id="{8CC73F69-4CF5-AB24-E8A8-73DEEF223A8F}"/>
              </a:ext>
            </a:extLst>
          </p:cNvPr>
          <p:cNvSpPr/>
          <p:nvPr/>
        </p:nvSpPr>
        <p:spPr>
          <a:xfrm>
            <a:off x="-2" y="22179494"/>
            <a:ext cx="16459203" cy="5378472"/>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a:p>
        </p:txBody>
      </p:sp>
      <p:sp>
        <p:nvSpPr>
          <p:cNvPr id="8" name="Rectangle 7">
            <a:extLst>
              <a:ext uri="{FF2B5EF4-FFF2-40B4-BE49-F238E27FC236}">
                <a16:creationId xmlns:a16="http://schemas.microsoft.com/office/drawing/2014/main" id="{6BB6150E-B6D9-0477-CF16-6A98BF9C825F}"/>
              </a:ext>
            </a:extLst>
          </p:cNvPr>
          <p:cNvSpPr/>
          <p:nvPr/>
        </p:nvSpPr>
        <p:spPr>
          <a:xfrm>
            <a:off x="-2" y="27557964"/>
            <a:ext cx="16459203" cy="5360434"/>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a:p>
        </p:txBody>
      </p:sp>
      <p:sp>
        <p:nvSpPr>
          <p:cNvPr id="19" name="Rectangle 18"/>
          <p:cNvSpPr/>
          <p:nvPr/>
        </p:nvSpPr>
        <p:spPr>
          <a:xfrm>
            <a:off x="187036" y="4044802"/>
            <a:ext cx="3261014" cy="47413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INTRODUCTION</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BA700850-254E-CEFB-BC41-4AE4951B636A}"/>
              </a:ext>
            </a:extLst>
          </p:cNvPr>
          <p:cNvSpPr/>
          <p:nvPr/>
        </p:nvSpPr>
        <p:spPr>
          <a:xfrm>
            <a:off x="-2" y="2698062"/>
            <a:ext cx="16459203" cy="1325224"/>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a:p>
        </p:txBody>
      </p:sp>
      <p:sp>
        <p:nvSpPr>
          <p:cNvPr id="22" name="Rectangle 21"/>
          <p:cNvSpPr/>
          <p:nvPr/>
        </p:nvSpPr>
        <p:spPr>
          <a:xfrm>
            <a:off x="187042" y="16251378"/>
            <a:ext cx="1879890"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RESULTS</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187042" y="22386831"/>
            <a:ext cx="5908962"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DISCUSSION AND CONCLUSION</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187042" y="27911837"/>
            <a:ext cx="3022889"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BIBLIOGRAPHY</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37EBDFB-488C-7F01-6765-9DA15C34FC9B}"/>
              </a:ext>
            </a:extLst>
          </p:cNvPr>
          <p:cNvSpPr txBox="1"/>
          <p:nvPr/>
        </p:nvSpPr>
        <p:spPr>
          <a:xfrm>
            <a:off x="374075" y="2693072"/>
            <a:ext cx="15505042" cy="1200329"/>
          </a:xfrm>
          <a:prstGeom prst="rect">
            <a:avLst/>
          </a:prstGeom>
          <a:noFill/>
        </p:spPr>
        <p:txBody>
          <a:bodyPr wrap="square" rtlCol="0">
            <a:spAutoFit/>
          </a:bodyPr>
          <a:lstStyle/>
          <a:p>
            <a:pPr algn="ctr">
              <a:spcBef>
                <a:spcPts val="1200"/>
              </a:spcBef>
            </a:pPr>
            <a:r>
              <a:rPr lang="en-US" sz="3600" b="1" dirty="0">
                <a:latin typeface="Times New Roman" panose="02020603050405020304" pitchFamily="18" charset="0"/>
                <a:cs typeface="Times New Roman" panose="02020603050405020304" pitchFamily="18" charset="0"/>
              </a:rPr>
              <a:t>Money Mentor – AI-Driven Financial Literacy Application Built with Android and Python</a:t>
            </a:r>
            <a:endParaRPr lang="en-US" sz="3600" b="1" u="sng"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A362008D-D9AE-CC4A-00C7-D2C269A08BF0}"/>
              </a:ext>
            </a:extLst>
          </p:cNvPr>
          <p:cNvSpPr txBox="1"/>
          <p:nvPr/>
        </p:nvSpPr>
        <p:spPr>
          <a:xfrm>
            <a:off x="189642" y="23288207"/>
            <a:ext cx="15270485"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Developed using Kotlin to create a responsive and user-friendly Android application supporting AI chatbot interaction, financial calculators, learning modules, and goal tracking features.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Built using Python for AI processing, secure data handling, user authentication, chatbot responses, financial data storage, and personalized financial guidance.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XAMPP with MySQL was used to manage and store user data, chatbot history, financial records, and learning progress securely and efficiently.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experienced personalized financial assistance, smooth navigation, and easier access to financial tools such as EMI, SIP, and tax calculators.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findings support the adoption of AI-integrated financial literacy applications for accessible financial education, smarter money management, and improved financial awareness among users</a:t>
            </a:r>
          </a:p>
        </p:txBody>
      </p:sp>
      <p:sp>
        <p:nvSpPr>
          <p:cNvPr id="17" name="Rectangle 6">
            <a:extLst>
              <a:ext uri="{FF2B5EF4-FFF2-40B4-BE49-F238E27FC236}">
                <a16:creationId xmlns:a16="http://schemas.microsoft.com/office/drawing/2014/main" id="{78C155F7-AA0E-61AF-DD1F-85185A013657}"/>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34" name="Rectangle 14">
            <a:extLst>
              <a:ext uri="{FF2B5EF4-FFF2-40B4-BE49-F238E27FC236}">
                <a16:creationId xmlns:a16="http://schemas.microsoft.com/office/drawing/2014/main" id="{D221B73F-1B1D-EFE4-3BD8-921F974D4B0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6" name="Picture 25"/>
          <p:cNvPicPr>
            <a:picLocks noChangeAspect="1"/>
          </p:cNvPicPr>
          <p:nvPr/>
        </p:nvPicPr>
        <p:blipFill>
          <a:blip r:embed="rId2">
            <a:extLst>
              <a:ext uri="{28A0092B-C50C-407E-A947-70E740481C1C}">
                <a14:useLocalDpi xmlns:a14="http://schemas.microsoft.com/office/drawing/2010/main" val="0"/>
              </a:ext>
            </a:extLst>
          </a:blip>
          <a:srcRect/>
          <a:stretch/>
        </p:blipFill>
        <p:spPr>
          <a:xfrm>
            <a:off x="243443" y="290580"/>
            <a:ext cx="15952717" cy="1832477"/>
          </a:xfrm>
          <a:prstGeom prst="rect">
            <a:avLst/>
          </a:prstGeom>
        </p:spPr>
      </p:pic>
      <p:sp>
        <p:nvSpPr>
          <p:cNvPr id="2" name="TextBox 1">
            <a:extLst>
              <a:ext uri="{FF2B5EF4-FFF2-40B4-BE49-F238E27FC236}">
                <a16:creationId xmlns:a16="http://schemas.microsoft.com/office/drawing/2014/main" id="{7A2AA490-4F2E-AC7C-3242-402CB2C428A7}"/>
              </a:ext>
            </a:extLst>
          </p:cNvPr>
          <p:cNvSpPr txBox="1"/>
          <p:nvPr/>
        </p:nvSpPr>
        <p:spPr>
          <a:xfrm>
            <a:off x="9643463" y="1470940"/>
            <a:ext cx="6420886" cy="923330"/>
          </a:xfrm>
          <a:prstGeom prst="rect">
            <a:avLst/>
          </a:prstGeom>
          <a:noFill/>
        </p:spPr>
        <p:txBody>
          <a:bodyPr wrap="square" rtlCol="0">
            <a:spAutoFit/>
          </a:bodyPr>
          <a:lstStyle/>
          <a:p>
            <a:pPr algn="r"/>
            <a:r>
              <a:rPr lang="en-US" b="1" dirty="0">
                <a:solidFill>
                  <a:schemeClr val="bg1"/>
                </a:solidFill>
                <a:latin typeface="Tahoma" panose="020B0604030504040204" pitchFamily="34" charset="0"/>
                <a:ea typeface="Tahoma" panose="020B0604030504040204" pitchFamily="34" charset="0"/>
                <a:cs typeface="Tahoma" panose="020B0604030504040204" pitchFamily="34" charset="0"/>
              </a:rPr>
              <a:t>Student Name: </a:t>
            </a:r>
            <a:r>
              <a:rPr lang="en-IN" dirty="0">
                <a:solidFill>
                  <a:schemeClr val="bg1"/>
                </a:solidFill>
                <a:latin typeface="Tahoma" panose="020B0604030504040204" pitchFamily="34" charset="0"/>
                <a:ea typeface="Tahoma" panose="020B0604030504040204" pitchFamily="34" charset="0"/>
                <a:cs typeface="Tahoma" panose="020B0604030504040204" pitchFamily="34" charset="0"/>
              </a:rPr>
              <a:t>K.L.V Jayaram</a:t>
            </a: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 </a:t>
            </a:r>
          </a:p>
          <a:p>
            <a:pPr algn="r"/>
            <a:r>
              <a:rPr lang="en-IN" b="1" dirty="0">
                <a:solidFill>
                  <a:schemeClr val="bg1"/>
                </a:solidFill>
                <a:latin typeface="Tahoma" panose="020B0604030504040204" pitchFamily="34" charset="0"/>
                <a:ea typeface="Tahoma" panose="020B0604030504040204" pitchFamily="34" charset="0"/>
                <a:cs typeface="Tahoma" panose="020B0604030504040204" pitchFamily="34" charset="0"/>
              </a:rPr>
              <a:t>Project Guide: </a:t>
            </a:r>
            <a:r>
              <a:rPr lang="en-IN" sz="1800" b="0" i="0" u="none" strike="noStrike" dirty="0">
                <a:solidFill>
                  <a:srgbClr val="FFFFFF"/>
                </a:solidFill>
                <a:effectLst/>
                <a:latin typeface="Tahoma" panose="020B0604030504040204" pitchFamily="34" charset="0"/>
              </a:rPr>
              <a:t>Dr. P. Keren </a:t>
            </a:r>
            <a:r>
              <a:rPr lang="en-IN" dirty="0">
                <a:solidFill>
                  <a:srgbClr val="FFFFFF"/>
                </a:solidFill>
                <a:latin typeface="Tahoma" panose="020B0604030504040204" pitchFamily="34" charset="0"/>
              </a:rPr>
              <a:t>P</a:t>
            </a:r>
            <a:r>
              <a:rPr lang="en-IN" sz="1800" b="0" i="0" u="none" strike="noStrike" dirty="0">
                <a:solidFill>
                  <a:srgbClr val="FFFFFF"/>
                </a:solidFill>
                <a:effectLst/>
                <a:latin typeface="Tahoma" panose="020B0604030504040204" pitchFamily="34" charset="0"/>
              </a:rPr>
              <a:t>ersis</a:t>
            </a:r>
            <a:br>
              <a:rPr lang="en-IN" i="0" dirty="0">
                <a:solidFill>
                  <a:schemeClr val="bg1"/>
                </a:solidFill>
                <a:effectLst/>
                <a:latin typeface="Tahoma" panose="020B0604030504040204" pitchFamily="34" charset="0"/>
                <a:ea typeface="Tahoma" panose="020B0604030504040204" pitchFamily="34" charset="0"/>
                <a:cs typeface="Tahoma" panose="020B0604030504040204" pitchFamily="34" charset="0"/>
              </a:rPr>
            </a:br>
            <a:r>
              <a:rPr lang="en-IN" b="1" dirty="0">
                <a:solidFill>
                  <a:schemeClr val="bg1"/>
                </a:solidFill>
                <a:latin typeface="Tahoma" panose="020B0604030504040204" pitchFamily="34" charset="0"/>
                <a:ea typeface="Tahoma" panose="020B0604030504040204" pitchFamily="34" charset="0"/>
                <a:cs typeface="Tahoma" panose="020B0604030504040204" pitchFamily="34" charset="0"/>
              </a:rPr>
              <a:t>Reg. No: </a:t>
            </a:r>
            <a:r>
              <a:rPr lang="en-IN" i="0" dirty="0">
                <a:solidFill>
                  <a:schemeClr val="bg1"/>
                </a:solidFill>
                <a:effectLst/>
                <a:latin typeface="Tahoma" panose="020B0604030504040204" pitchFamily="34" charset="0"/>
                <a:ea typeface="Tahoma" panose="020B0604030504040204" pitchFamily="34" charset="0"/>
                <a:cs typeface="Tahoma" panose="020B0604030504040204" pitchFamily="34" charset="0"/>
              </a:rPr>
              <a:t>192210314</a:t>
            </a:r>
            <a:endParaRPr lang="en-IN"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9" name="Picture 8">
            <a:extLst>
              <a:ext uri="{FF2B5EF4-FFF2-40B4-BE49-F238E27FC236}">
                <a16:creationId xmlns:a16="http://schemas.microsoft.com/office/drawing/2014/main" id="{AAF6EE28-7C07-BEB1-D8FD-B03815FD3C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3600" y="4277806"/>
            <a:ext cx="6442560" cy="5258501"/>
          </a:xfrm>
          <a:prstGeom prst="rect">
            <a:avLst/>
          </a:prstGeom>
        </p:spPr>
      </p:pic>
      <p:sp>
        <p:nvSpPr>
          <p:cNvPr id="11" name="TextBox 10">
            <a:extLst>
              <a:ext uri="{FF2B5EF4-FFF2-40B4-BE49-F238E27FC236}">
                <a16:creationId xmlns:a16="http://schemas.microsoft.com/office/drawing/2014/main" id="{CFCEBC6B-C4DE-A114-30A6-FD6BC0E8AEDF}"/>
              </a:ext>
            </a:extLst>
          </p:cNvPr>
          <p:cNvSpPr txBox="1"/>
          <p:nvPr/>
        </p:nvSpPr>
        <p:spPr>
          <a:xfrm>
            <a:off x="48038" y="4537377"/>
            <a:ext cx="9595425" cy="5632311"/>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study investigates the development and performance of Money Mentor, an AI-powered Financial Literacy Application designed to provide secure, accessible, and interactive financial education for users. The system focuses on improving financial awareness and personalized guidance through AI integration and smart financial tools.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Existing financial learning platforms often face challenges such as scattered information, complex financial terminology, and limited practical guidance, which this project aims to address.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research contributes by developing a secure and user-friendly financial literacy platform that simplifies complex financial concepts, improves financial planning, and provides instant AI-based assistance through modern mobile technologies.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aims to support the advancement of digital financial education by offering a reliable platform for budgeting, savings, investments, taxation awareness, goal tracking, and informed financial decision-making.</a:t>
            </a:r>
          </a:p>
        </p:txBody>
      </p:sp>
      <p:sp>
        <p:nvSpPr>
          <p:cNvPr id="21" name="Rectangle 4">
            <a:extLst>
              <a:ext uri="{FF2B5EF4-FFF2-40B4-BE49-F238E27FC236}">
                <a16:creationId xmlns:a16="http://schemas.microsoft.com/office/drawing/2014/main" id="{48523996-B993-AA88-1D53-543E6AC4BABC}"/>
              </a:ext>
            </a:extLst>
          </p:cNvPr>
          <p:cNvSpPr>
            <a:spLocks noChangeArrowheads="1"/>
          </p:cNvSpPr>
          <p:nvPr/>
        </p:nvSpPr>
        <p:spPr bwMode="auto">
          <a:xfrm>
            <a:off x="238606" y="28409183"/>
            <a:ext cx="1554364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Kumar, R. and Sharma, P., 2022. AI-Based Financial Literacy Systems for Smart Learning and Decision Making. Journal of Financial Technology and Education, 14(3), pp.78–89.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Williams, J. and Carter, M., 2021. Mobile Applications for Personal Finance Management and Financial Awareness. International Journal of Mobile Computing, 11(4), pp.201–214.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Lee, S., Kim, H. and Park, J., 2023. Artificial Intelligence Chatbots in Financial Education Platforms. Journal of Intelligent Information Systems, 20(1), pp.45–59.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Gupta, A. and Verma, S., 2022. Secure Mobile Financial Applications Using AI and Cloud Technologies. International Journal of Computer Applications, 175(9), pp.12–20.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Brown, T. and Wilson, R., 2020. Digital Financial Literacy and User-Centered Learning Platforms. Journal of Digital Innovation, 9(2), pp.133–145.</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Singh, V. and Rao, K., 2024. Smart Financial Planning Applications with Real-Time Analytics. International Journal of Data Science and Finance, 6(1), pp.55–67. </a:t>
            </a:r>
          </a:p>
        </p:txBody>
      </p:sp>
      <p:pic>
        <p:nvPicPr>
          <p:cNvPr id="28" name="Picture 27">
            <a:extLst>
              <a:ext uri="{FF2B5EF4-FFF2-40B4-BE49-F238E27FC236}">
                <a16:creationId xmlns:a16="http://schemas.microsoft.com/office/drawing/2014/main" id="{0B2F8109-58CD-4803-D289-04D851319165}"/>
              </a:ext>
            </a:extLst>
          </p:cNvPr>
          <p:cNvPicPr>
            <a:picLocks noChangeAspect="1"/>
          </p:cNvPicPr>
          <p:nvPr/>
        </p:nvPicPr>
        <p:blipFill>
          <a:blip r:embed="rId4">
            <a:extLst>
              <a:ext uri="{28A0092B-C50C-407E-A947-70E740481C1C}">
                <a14:useLocalDpi xmlns:a14="http://schemas.microsoft.com/office/drawing/2010/main" val="0"/>
              </a:ext>
            </a:extLst>
          </a:blip>
          <a:srcRect l="3426" t="3461" r="4505" b="4965"/>
          <a:stretch>
            <a:fillRect/>
          </a:stretch>
        </p:blipFill>
        <p:spPr>
          <a:xfrm>
            <a:off x="1287702" y="10264168"/>
            <a:ext cx="13445455" cy="5595888"/>
          </a:xfrm>
          <a:prstGeom prst="rect">
            <a:avLst/>
          </a:prstGeom>
        </p:spPr>
      </p:pic>
      <p:sp>
        <p:nvSpPr>
          <p:cNvPr id="20" name="Rectangle 19"/>
          <p:cNvSpPr/>
          <p:nvPr/>
        </p:nvSpPr>
        <p:spPr>
          <a:xfrm>
            <a:off x="187047" y="10269290"/>
            <a:ext cx="5185062"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MATERIALS AND METHODS</a:t>
            </a:r>
            <a:endParaRPr lang="en-IN" sz="2799" b="1" dirty="0">
              <a:solidFill>
                <a:schemeClr val="tx1"/>
              </a:solidFill>
              <a:latin typeface="Times New Roman" panose="02020603050405020304" pitchFamily="18" charset="0"/>
              <a:cs typeface="Times New Roman" panose="02020603050405020304" pitchFamily="18" charset="0"/>
            </a:endParaRPr>
          </a:p>
        </p:txBody>
      </p:sp>
      <p:pic>
        <p:nvPicPr>
          <p:cNvPr id="1030" name="Picture 6">
            <a:extLst>
              <a:ext uri="{FF2B5EF4-FFF2-40B4-BE49-F238E27FC236}">
                <a16:creationId xmlns:a16="http://schemas.microsoft.com/office/drawing/2014/main" id="{49BB2098-1F2E-8F97-7AAF-0F737B01557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655"/>
          <a:stretch>
            <a:fillRect/>
          </a:stretch>
        </p:blipFill>
        <p:spPr bwMode="auto">
          <a:xfrm>
            <a:off x="523307" y="16932590"/>
            <a:ext cx="2047875" cy="439568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D531563E-8DF4-DAB2-7A45-62B14A4FB7F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3436"/>
          <a:stretch>
            <a:fillRect/>
          </a:stretch>
        </p:blipFill>
        <p:spPr bwMode="auto">
          <a:xfrm>
            <a:off x="5072066" y="16907830"/>
            <a:ext cx="2047875" cy="4377210"/>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A617CAB2-767E-1FD1-EEC8-34619C38F93A}"/>
              </a:ext>
            </a:extLst>
          </p:cNvPr>
          <p:cNvSpPr txBox="1"/>
          <p:nvPr/>
        </p:nvSpPr>
        <p:spPr>
          <a:xfrm>
            <a:off x="7633201" y="19583669"/>
            <a:ext cx="8562959"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Results showed that the application enhanced user understanding of budgeting, savings, investments, taxation, and financial planning concepts.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Statistical analysis indicated improved user engagement, learning efficiency, and financial decision-making through AI-based recommendations and structured learning modules.</a:t>
            </a:r>
          </a:p>
        </p:txBody>
      </p:sp>
      <p:sp>
        <p:nvSpPr>
          <p:cNvPr id="35" name="TextBox 34">
            <a:extLst>
              <a:ext uri="{FF2B5EF4-FFF2-40B4-BE49-F238E27FC236}">
                <a16:creationId xmlns:a16="http://schemas.microsoft.com/office/drawing/2014/main" id="{9BCD8FF0-A3EF-7EC7-BB40-55F6AEE6A25D}"/>
              </a:ext>
            </a:extLst>
          </p:cNvPr>
          <p:cNvSpPr txBox="1"/>
          <p:nvPr/>
        </p:nvSpPr>
        <p:spPr>
          <a:xfrm>
            <a:off x="11074400" y="9664700"/>
            <a:ext cx="42799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Fig:1: Money Mentor – Feature Graphics</a:t>
            </a:r>
            <a:endParaRPr lang="en-IN"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C60912EA-0484-DB85-2B4B-3873B84BEA9E}"/>
              </a:ext>
            </a:extLst>
          </p:cNvPr>
          <p:cNvSpPr txBox="1"/>
          <p:nvPr/>
        </p:nvSpPr>
        <p:spPr>
          <a:xfrm>
            <a:off x="528076" y="21385663"/>
            <a:ext cx="204787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Fig:2 : Dashboard</a:t>
            </a:r>
            <a:endParaRPr lang="en-IN" dirty="0">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A04FF184-4410-B9A2-3B89-9BDECC73940B}"/>
              </a:ext>
            </a:extLst>
          </p:cNvPr>
          <p:cNvSpPr txBox="1"/>
          <p:nvPr/>
        </p:nvSpPr>
        <p:spPr>
          <a:xfrm>
            <a:off x="5072066" y="21452741"/>
            <a:ext cx="204787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Fig:4 : Gold Rate</a:t>
            </a:r>
            <a:endParaRPr lang="en-IN"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A2EBFDFE-9246-9118-DBE4-C7BD35FF396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97875" y="16900554"/>
            <a:ext cx="1969744" cy="437721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F8420F6-0A9F-5163-C52E-FB2590DA87C7}"/>
              </a:ext>
            </a:extLst>
          </p:cNvPr>
          <p:cNvSpPr txBox="1"/>
          <p:nvPr/>
        </p:nvSpPr>
        <p:spPr>
          <a:xfrm>
            <a:off x="2898349" y="21385663"/>
            <a:ext cx="1792268" cy="646331"/>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Fig:3 : Learning </a:t>
            </a:r>
            <a:r>
              <a:rPr lang="en-IN" b="1" dirty="0" err="1">
                <a:latin typeface="Times New Roman" panose="02020603050405020304" pitchFamily="18" charset="0"/>
                <a:cs typeface="Times New Roman" panose="02020603050405020304" pitchFamily="18" charset="0"/>
              </a:rPr>
              <a:t>Center</a:t>
            </a:r>
            <a:endParaRPr lang="en-IN"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B9B2CB11-2EB8-D887-EC5C-9E0AC2715869}"/>
              </a:ext>
            </a:extLst>
          </p:cNvPr>
          <p:cNvSpPr txBox="1"/>
          <p:nvPr/>
        </p:nvSpPr>
        <p:spPr>
          <a:xfrm>
            <a:off x="8560979" y="19225315"/>
            <a:ext cx="5880100"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Fig:5 </a:t>
            </a:r>
            <a:r>
              <a:rPr lang="en-IN" b="1">
                <a:latin typeface="Times New Roman" panose="02020603050405020304" pitchFamily="18" charset="0"/>
                <a:cs typeface="Times New Roman" panose="02020603050405020304" pitchFamily="18" charset="0"/>
              </a:rPr>
              <a:t>: Simple </a:t>
            </a:r>
            <a:r>
              <a:rPr lang="en-IN" b="1" dirty="0">
                <a:latin typeface="Times New Roman" panose="02020603050405020304" pitchFamily="18" charset="0"/>
                <a:cs typeface="Times New Roman" panose="02020603050405020304" pitchFamily="18" charset="0"/>
              </a:rPr>
              <a:t>Bar Mean </a:t>
            </a:r>
            <a:r>
              <a:rPr lang="en-IN" b="1">
                <a:latin typeface="Times New Roman" panose="02020603050405020304" pitchFamily="18" charset="0"/>
                <a:cs typeface="Times New Roman" panose="02020603050405020304" pitchFamily="18" charset="0"/>
              </a:rPr>
              <a:t>Accuracy by </a:t>
            </a:r>
            <a:r>
              <a:rPr lang="en-IN" b="1" dirty="0">
                <a:latin typeface="Times New Roman" panose="02020603050405020304" pitchFamily="18" charset="0"/>
                <a:cs typeface="Times New Roman" panose="02020603050405020304" pitchFamily="18" charset="0"/>
              </a:rPr>
              <a:t>MMM and TM</a:t>
            </a:r>
          </a:p>
        </p:txBody>
      </p:sp>
      <p:pic>
        <p:nvPicPr>
          <p:cNvPr id="18" name="Picture 17">
            <a:extLst>
              <a:ext uri="{FF2B5EF4-FFF2-40B4-BE49-F238E27FC236}">
                <a16:creationId xmlns:a16="http://schemas.microsoft.com/office/drawing/2014/main" id="{EE00779E-683B-C5A1-678E-6EA82E77951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103556" y="16330525"/>
            <a:ext cx="4794947" cy="2827501"/>
          </a:xfrm>
          <a:prstGeom prst="rect">
            <a:avLst/>
          </a:prstGeom>
        </p:spPr>
      </p:pic>
    </p:spTree>
    <p:extLst>
      <p:ext uri="{BB962C8B-B14F-4D97-AF65-F5344CB8AC3E}">
        <p14:creationId xmlns:p14="http://schemas.microsoft.com/office/powerpoint/2010/main" val="224981066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537</TotalTime>
  <Words>596</Words>
  <Application>Microsoft Office PowerPoint</Application>
  <PresentationFormat>Custom</PresentationFormat>
  <Paragraphs>31</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Tahoma</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 Moorthy</dc:creator>
  <cp:lastModifiedBy>K.L.V Jayaram</cp:lastModifiedBy>
  <cp:revision>43</cp:revision>
  <dcterms:created xsi:type="dcterms:W3CDTF">2023-04-19T08:35:46Z</dcterms:created>
  <dcterms:modified xsi:type="dcterms:W3CDTF">2026-05-22T13:15:27Z</dcterms:modified>
</cp:coreProperties>
</file>